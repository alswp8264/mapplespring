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🍁 Mapple Spring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메이플스토리 캐릭터 정보 조회 · 커뮤니티 웹 서비스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 기반</a:t>
            </a:r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Spring MVC + Oracle   |   일반 · 소셜 · 얼굴 인식 로그인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http://localhost:8088/Mapple_Spring/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뭐하는 사이트인가요?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메이플스토리 캐릭터 닉네임을 검색하면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스탯 · 장비 · 랭킹 · 코디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까지 한눈에 보여주고,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· 게시판으로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공유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메이플 정보 + 커뮤니티 사이트입니다.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80360"/>
            <a:ext cx="868680" cy="86868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분석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검색 → 스탯 · 장비 · 유니온 · 아티팩트를 시각화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7304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3064" y="2880360"/>
            <a:ext cx="868680" cy="86868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3" name="Text 11"/>
          <p:cNvSpPr/>
          <p:nvPr/>
        </p:nvSpPr>
        <p:spPr>
          <a:xfrm>
            <a:off x="4703064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57344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&amp; 공지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7344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· 무릉 · 유니온 랭킹, 진행 이벤트 · 캐시샵 정보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5968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91728" y="2880360"/>
            <a:ext cx="868680" cy="86868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91728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446008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+ 로그인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46008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공유 · 게시판 · 즐겨찾기 + 3종 로그인 지원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&amp; 시스템 구성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/ 런타임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MVC (XML 설정)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 + Spring Data JPA / Hibernate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XE (ojdbc11)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JSP + JSTL (Jakarta Tags)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5029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Tomcat 11 · 포트 8088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 · OAuth2 · Flask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0" y="1508760"/>
            <a:ext cx="5788152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73736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233172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33172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(브라우저)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46236" y="2880360"/>
            <a:ext cx="0" cy="32004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20040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4F8EF7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0040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MVC  +  JSP / JSTL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98564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97012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API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95460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14816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14816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8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693908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13264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13264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얼굴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17920" y="571500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인식 서버는 Python Flask(포트 5001)로 별도 구동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 캐릭터 조회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61872" y="89611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검색 → 넥슨 Open API로 상세 정보를 탭으로 제공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94767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검색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35000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→ OCID 조회 → 상세 정보 표시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3076" y="169164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7396" y="205740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74636" y="194767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스탯 / 전투력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4636" y="235000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전투력(억·만 표기), 보스뎀 · 방무 · 최종뎀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1188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50215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90448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잠재능력 등급 색상(레전드리~레어), 스타포스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23076" y="324612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7396" y="361188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74636" y="350215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/ 코디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74636" y="390448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코디 + 프리셋 1 / 2 / 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00200" y="505663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545896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공격대 · 점령 효과, 편성 블록(직업·레벨)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23076" y="480060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97396" y="516636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33" name="Text 31"/>
          <p:cNvSpPr/>
          <p:nvPr/>
        </p:nvSpPr>
        <p:spPr>
          <a:xfrm>
            <a:off x="6597396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🏺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74636" y="505663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4636" y="545896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유니온 크리스탈 + 효과 + 남은 AP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 랭킹 &amp; 공지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랭킹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53999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· 유니온 · 무릉도장 · 더 시드 · 업적 랭킹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월드별 · 직업별 필터 (상위 200명 기준)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직업 분포 TOP 10 시각화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비공개("??") 캐릭터 자동 제외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인기 캐릭터 TOP 20을 이미지와 함께 표시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3076" y="16002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88836" y="192024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📢 공지 (이벤트 · 캐시샵)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34556" y="2514600"/>
            <a:ext cx="453999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이벤트 목록 + 상세(본문 HTML)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캐시샵 판매 공지 목록 + 상세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썸네일을 DB에 캐싱 → API 재호출 최소화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슬라이더로 노출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  커뮤니티 &amp; 개인화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/ 코디 분석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코디를 룩북으로 등록 · 공유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토글(Ajax)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직업별 · 월드별 코디 통계 분석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064" y="2011680"/>
            <a:ext cx="822960" cy="82296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06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57344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 / 댓글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3064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작성 · 수정 · 삭제 · 페이징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작성 · 삭제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조회수 관리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1728" y="2011680"/>
            <a:ext cx="822960" cy="82296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9172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46008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91728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즐겨찾기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히스토리(공격력 · 보스뎀 추이)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· 정보/비밀번호 수정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④  로그인 3종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로그인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/ 비밀번호 인증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+ 아이디 중복확인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역할(USER / ADMIN) 구분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064" y="2011680"/>
            <a:ext cx="822960" cy="822960"/>
          </a:xfrm>
          <a:prstGeom prst="ellipse">
            <a:avLst/>
          </a:prstGeom>
          <a:solidFill>
            <a:srgbClr val="2C8A4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06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57344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(OAuth2)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3064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· 카카오 로그인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인증 흐름(비밀번호 미수집)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 시 회원 자동 생성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1728" y="2011680"/>
            <a:ext cx="822960" cy="82296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7" name="Text 15"/>
          <p:cNvSpPr/>
          <p:nvPr/>
        </p:nvSpPr>
        <p:spPr>
          <a:xfrm>
            <a:off x="849172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46008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인식 로그인 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1728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캡처 → Flask face_recognition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얼굴과 거리 대조(임계값 0.40)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매칭 · 다중 얼굴 거부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 ①  회원 · 커뮤니티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5422392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컬럼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member_tb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/ 권한 / 소셜 / 얼굴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member_id, login_id, password, role, social_type·id, face_encoding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favorite_tb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캐릭터 즐겨찾기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fav_id, member_id, char_name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spec_history_tb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 스냅샷(추이)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history_id, attack_power, boss_dmg, ign_def, final_dmg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board_tb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board_id, title, content(CLOB), view_cnt, reg_date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comment_tb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댓글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comment_id, board_id, member_id, content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 ②  룩북 · 캐시 · 유니온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5422392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컬럼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lookbook_tb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룩북(코디 공유)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lookbook_id, char_name, char_image, char_class·world·level, title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lookbook_like_tb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룩북 좋아요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lookbook_id, member_id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notice_thumb_tb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공지 썸네일 캐시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notice_id, notice_type(event/cashshop), thumbnail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MAPLE_ACCOUNT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유니온 계정 캐시 (JPA)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id, ocid, rep_char_name, union_level, last_updated_at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8EF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MAPLE_CHARACTER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캐릭터 캐시 (JPA)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id, char_name, combat_power, image_url, is_valid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한계로 제외 · 보류한 기능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61872" y="89611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구현 완료 — 외부 서비스의 권한 / 등급 정책만 풀리면 즉시 활성화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754880"/>
                <a:gridCol w="3867912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해소 조건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B2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헥사(6차) 스킬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넥슨 개발(test)키 → hexamatrix 403 Access Denied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넥슨 앱 정식 전환 후 권한 키 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V매트릭스(5차)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→ vmatrix 403 Access Denied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넥슨 앱 정식 전환 후 권한 키 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본캐 / 부캐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넥슨이 타 계정의 부캐 닉네임 미제공(프라이버시)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미지원 — 구조적 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타계정 로그인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앱이 개발용 → 팀원 외 계정 거부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동의항목 정리(닉네임) 또는 비즈앱 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3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넥슨 "개발 단계" 키, 카카오 "개발용" 앱 — 둘 다 외부 서비스의 등급 정책 이슈이며 우리 코드 문제가 아님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🍁 Mapple Spring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조회부터 랭킹 · 코디 · 커뮤니티 · 3종 로그인까지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API와 Spring MVC로 구현한 메이플 정보 플랫폼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영역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지원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350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권한 4건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http://localhost:8088/Mapple_Spring/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Mapple Spring 프로젝트 소개</dc:title>
  <dc:subject>PptxGenJS Presentation</dc:subject>
  <dc:creator>Mapple Spring</dc:creator>
  <cp:lastModifiedBy>Mapple Spring</cp:lastModifiedBy>
  <cp:revision>1</cp:revision>
  <dcterms:created xsi:type="dcterms:W3CDTF">2026-06-30T08:15:21Z</dcterms:created>
  <dcterms:modified xsi:type="dcterms:W3CDTF">2026-06-30T08:15:21Z</dcterms:modified>
</cp:coreProperties>
</file>